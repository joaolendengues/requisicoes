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6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Requisições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D6E4F0"/>
                </a:solidFill>
                <a:latin typeface="Calibri"/>
              </a:rPr>
              <a:t>Ferragens Pinheiro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Maio de 2026  |  v1.1.0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Como era antes: o papel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1645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CCCCCC"/>
                </a:solidFill>
                <a:latin typeface="Calibri"/>
              </a:rPr>
              <a:t>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→  Requisições escritas à mão, sem padronização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→  Nenhum registro centralizado — cada um guardava o seu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→  Impossível consultar o histórico de forma rápida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→  Informações chegavam incompletas ou com atraso às equipes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→  Erros de transcrição e muito retrabalho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A evolução: a planilha 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16459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>
                <a:solidFill>
                  <a:srgbClr val="CCCCCC"/>
                </a:solidFill>
                <a:latin typeface="Calibri"/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O que melhorou: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✅  Requisições digitadas e editáveis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✅  Fácil duplicar pedidos semelhantes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✅  Mais fácil corrigir erros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O que ainda faltava: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8595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❌  Sem rastreamento de status em tempo real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❌  Produção e indústria sem acesso direto às informações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❌  Histórico espalhado, difícil de consultar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❌  Atualizações recorrentes eram inviáveis na planilha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0"/>
                </a:solidFill>
                <a:latin typeface="Calibri"/>
              </a:rPr>
              <a:t>A solução: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Requisições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0"/>
                </a:solidFill>
                <a:latin typeface="Calibri"/>
              </a:rPr>
              <a:t>Desenvolvido especialmente para a Ferragens Pinheiro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297680"/>
            <a:ext cx="2286000" cy="2148840"/>
          </a:xfrm>
          <a:prstGeom prst="rect">
            <a:avLst/>
          </a:prstGeom>
          <a:solidFill>
            <a:srgbClr val="16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6E4F0"/>
                </a:solidFill>
                <a:latin typeface="Calibri"/>
              </a:rPr>
              <a:t>Desktop
nativo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4297680"/>
            <a:ext cx="2286000" cy="2148840"/>
          </a:xfrm>
          <a:prstGeom prst="rect">
            <a:avLst/>
          </a:prstGeom>
          <a:solidFill>
            <a:srgbClr val="16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5074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6E4F0"/>
                </a:solidFill>
                <a:latin typeface="Calibri"/>
              </a:rPr>
              <a:t>Tempo
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2286000" cy="2148840"/>
          </a:xfrm>
          <a:prstGeom prst="rect">
            <a:avLst/>
          </a:prstGeom>
          <a:solidFill>
            <a:srgbClr val="16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6E4F0"/>
                </a:solidFill>
                <a:latin typeface="Calibri"/>
              </a:rPr>
              <a:t>Perfis e
permissões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4297680"/>
            <a:ext cx="2286000" cy="2148840"/>
          </a:xfrm>
          <a:prstGeom prst="rect">
            <a:avLst/>
          </a:prstGeom>
          <a:solidFill>
            <a:srgbClr val="16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5074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6E4F0"/>
                </a:solidFill>
                <a:latin typeface="Calibri"/>
              </a:rPr>
              <a:t>Atualização
automática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Interface e Navegação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🏠  Tela de login com imagem de fundo personalizável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🗂️  Barra lateral com acesso rápido a todas as telas do seu perfil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🌙  Tema claro e escuro, alternável a qualquer momento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🔤  Tamanho de fonte configurável individualmente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🎓  Guia Rápido interativo para novos usuários (e revisão quando quiser)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📐  Interface adaptável a qualquer resolução — de projetores a telas 4K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Central de Pedidos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📋  Visualização de todas as requisições em tempo real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🔍  Busca por cliente, CNPJ, número do pedido ou vendedor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➕  Criação rápida com busca inteligente de clientes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📄  PDF gerado e enviado automaticamente para a pasta de rede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↕️  Ordenação por qualquer coluna com um clique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280160"/>
            <a:ext cx="36576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280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Status dos pedidos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783080"/>
            <a:ext cx="365760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947672"/>
            <a:ext cx="320040" cy="320040"/>
          </a:xfrm>
          <a:prstGeom prst="rect">
            <a:avLst/>
          </a:prstGeom>
          <a:solidFill>
            <a:srgbClr val="41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87452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Em andamento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496312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2660904"/>
            <a:ext cx="32004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58775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Aguardando recebimento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209544"/>
            <a:ext cx="365760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374136"/>
            <a:ext cx="32004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30098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Em produção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922776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087368"/>
            <a:ext cx="32004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01421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Faturado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636008"/>
            <a:ext cx="3657600" cy="658368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800600"/>
            <a:ext cx="32004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72744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Cancelada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Criando uma Requisição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25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Clique em  + Nova Requisição  na Central de Pedidos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58568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585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128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Busque o cliente por nome, código ou CNPJ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45536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4553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9981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Preencha o número do pedido e defina se é retirada ou entrega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32504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3250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8678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Adicione os itens: produto, quantidade e preço unitário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919471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1947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73751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Inclua observações ou um croqui no editor de desenho (opcional)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806440"/>
            <a:ext cx="594360" cy="5943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806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7607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Salve — o PDF é gerado e enviado automaticamente para a rede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Editor de Desenho Integrado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✏️  Croquis e medidas criados diretamente dentro da requisição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🛠️  9 ferramentas: caneta, linha, seta, retângulo, texto, cota MM e mais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📏  Cota MM calcula e posiciona o rótulo automaticamente, sem sobreposição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🔗  Snap de extremidades para linhas precisas e bem conectadas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⌨️  Atalho de teclado para cada ferramenta — P, L, A, R, M...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📄  O desenho é exportado junto com o PDF da requisição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Notificações em Tempo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🔔  Badge na sidebar indica quantas notificações estão não lidas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💬  Pop-ups aparecem automaticamente ao surgir um evento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📋  Painel lateral com histórico completo de notificações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⚡  Atualizações instantâneas — sem precisar recarregar a tela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📡  Reconexão automática em caso de queda de rede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👤  Cada perfil recebe apenas as notificações pertinentes à sua função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Mais Recursos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📅  Histórico — filtre e exporte todas as requisições por data, status ou vendedor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⚖️  Calculadora de Peso — calcule a massa de perfis metálicos por dimensão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🔒  Perfis de Acesso — 6 perfis, cada usuário vê e faz apenas o da sua função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🔄  Atualização Automática — nova versão detectada no startup, instala com um clique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🌙  Personalização — tema claro/escuro e tamanho de fonte por usuário</a:t>
            </a:r>
          </a:p>
          <a:p>
            <a:pPr>
              <a:spcAft>
                <a:spcPts val="14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💾  Backup Automático — banco de dados salvo diariamente em pasta de rede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O que mudou na prática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✅  Rastreabilidade total de cada requisição, do pedido ao faturamento</a:t>
            </a:r>
          </a:p>
          <a:p>
            <a:pPr>
              <a:spcAft>
                <a:spcPts val="16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✅  Produção e indústria com acesso em tempo real, sem depender de ninguém</a:t>
            </a:r>
          </a:p>
          <a:p>
            <a:pPr>
              <a:spcAft>
                <a:spcPts val="16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✅  PDFs padronizados, gerados automaticamente e organizados por vendedor</a:t>
            </a:r>
          </a:p>
          <a:p>
            <a:pPr>
              <a:spcAft>
                <a:spcPts val="16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✅  Histórico completo e pesquisável — anos de pedidos a um clique</a:t>
            </a:r>
          </a:p>
          <a:p>
            <a:pPr>
              <a:spcAft>
                <a:spcPts val="16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✅  Menos retrabalho, menos erros, menos tempo perdido</a:t>
            </a:r>
          </a:p>
          <a:p>
            <a:pPr>
              <a:spcAft>
                <a:spcPts val="16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✅  Sistema atualizado automaticamente, sem precisar chamar a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8288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1106424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Calibri"/>
              </a:rPr>
              <a:t>✅  Atual  —  v1.1.0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Guia Rápido · Backup automático · Editor de desenho aprimorado · Atualização automática · Notificações em tempo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182880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743200"/>
            <a:ext cx="11064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Calibri"/>
              </a:rPr>
              <a:t>🔜  Próxima versão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Melhorias no dashboard · Integração com WhatsApp · Relatórios exportáveis · Filtros avançados no histórico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06240"/>
            <a:ext cx="182880" cy="128016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206240"/>
            <a:ext cx="1106424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5A5A6"/>
                </a:solidFill>
                <a:latin typeface="Calibri"/>
              </a:rPr>
              <a:t>🔮  Futuro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alibri"/>
              </a:rPr>
              <a:t>App mobile para visualização · Portal web para clientes · Integração com ERP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6DA4"/>
                </a:solidFill>
                <a:latin typeface="Calibri"/>
              </a:rPr>
              <a:t>💬  As próximas melhorias serão guiadas pelo feedback dos usuários — suas sugestões são bem-vindas!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6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6E4F0"/>
                </a:solidFill>
                <a:latin typeface="Calibri"/>
              </a:rPr>
              <a:t>Requisições App — Ferragens Pinheiro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Dúvidas e sugestões: fale com a equipe de 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